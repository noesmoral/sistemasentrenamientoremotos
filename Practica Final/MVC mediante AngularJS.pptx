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5/22/2016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5/22/2016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5/22/2016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5/22/2016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5/22/2016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5/22/2016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MVC mediante </a:t>
            </a:r>
            <a:r>
              <a:rPr lang="es-ES" dirty="0" err="1" smtClean="0"/>
              <a:t>AngularJS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r"/>
            <a:r>
              <a:rPr lang="es-ES" dirty="0" smtClean="0"/>
              <a:t>Pedro Barquín Ayuso</a:t>
            </a:r>
          </a:p>
          <a:p>
            <a:pPr algn="r"/>
            <a:r>
              <a:rPr lang="es-ES" dirty="0" smtClean="0"/>
              <a:t>David Sánchez-Seco Martin</a:t>
            </a:r>
          </a:p>
          <a:p>
            <a:pPr algn="r"/>
            <a:r>
              <a:rPr lang="es-ES" dirty="0" smtClean="0"/>
              <a:t>Jesus Fernández Benito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10462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Introducción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2664703"/>
          </a:xfrm>
        </p:spPr>
        <p:txBody>
          <a:bodyPr/>
          <a:lstStyle/>
          <a:p>
            <a:r>
              <a:rPr lang="es-ES" dirty="0" smtClean="0"/>
              <a:t>Modelo: Base de Datos </a:t>
            </a:r>
            <a:r>
              <a:rPr lang="es-ES" dirty="0" err="1" smtClean="0"/>
              <a:t>MySQL</a:t>
            </a:r>
            <a:endParaRPr lang="es-ES" dirty="0" smtClean="0"/>
          </a:p>
          <a:p>
            <a:r>
              <a:rPr lang="es-ES" dirty="0" smtClean="0"/>
              <a:t>Vista: Código HTML con </a:t>
            </a:r>
            <a:r>
              <a:rPr lang="es-ES" dirty="0" err="1" smtClean="0"/>
              <a:t>AngularJS</a:t>
            </a:r>
            <a:endParaRPr lang="es-ES" dirty="0" smtClean="0"/>
          </a:p>
          <a:p>
            <a:r>
              <a:rPr lang="es-ES" dirty="0" smtClean="0"/>
              <a:t>Controlador: funciones </a:t>
            </a:r>
            <a:r>
              <a:rPr lang="es-ES" dirty="0" err="1" smtClean="0"/>
              <a:t>AngularJS</a:t>
            </a:r>
            <a:r>
              <a:rPr lang="es-ES" dirty="0" smtClean="0"/>
              <a:t> para relacionar la BBDD y la vista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918" y="3067545"/>
            <a:ext cx="661987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35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Modelo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Base de Datos </a:t>
            </a:r>
            <a:r>
              <a:rPr lang="es-ES" dirty="0" err="1" smtClean="0"/>
              <a:t>MySQL</a:t>
            </a:r>
            <a:r>
              <a:rPr lang="es-ES" dirty="0" smtClean="0"/>
              <a:t> con cuatro tabla principales</a:t>
            </a:r>
          </a:p>
          <a:p>
            <a:pPr lvl="1"/>
            <a:r>
              <a:rPr lang="es-ES" dirty="0" smtClean="0"/>
              <a:t>Alumno</a:t>
            </a:r>
          </a:p>
          <a:p>
            <a:pPr lvl="1"/>
            <a:r>
              <a:rPr lang="es-ES" dirty="0" smtClean="0"/>
              <a:t>Profesor</a:t>
            </a:r>
          </a:p>
          <a:p>
            <a:pPr lvl="1"/>
            <a:r>
              <a:rPr lang="es-ES" dirty="0" smtClean="0"/>
              <a:t>Asignatura</a:t>
            </a:r>
          </a:p>
          <a:p>
            <a:pPr lvl="1"/>
            <a:r>
              <a:rPr lang="es-ES" dirty="0" smtClean="0"/>
              <a:t>Actividad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696" y="3234810"/>
            <a:ext cx="4371975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935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Vista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2922281"/>
          </a:xfrm>
        </p:spPr>
        <p:txBody>
          <a:bodyPr/>
          <a:lstStyle/>
          <a:p>
            <a:r>
              <a:rPr lang="es-ES" dirty="0" smtClean="0"/>
              <a:t>Pagina web que observa el usuario que puede:</a:t>
            </a:r>
          </a:p>
          <a:p>
            <a:pPr lvl="1"/>
            <a:r>
              <a:rPr lang="es-ES" dirty="0" smtClean="0"/>
              <a:t>Ver el contenido de las tablas</a:t>
            </a:r>
          </a:p>
          <a:p>
            <a:pPr lvl="1"/>
            <a:r>
              <a:rPr lang="es-ES" dirty="0" smtClean="0"/>
              <a:t>Modificar el contenido de las tablas</a:t>
            </a:r>
          </a:p>
          <a:p>
            <a:r>
              <a:rPr lang="es-ES" dirty="0" smtClean="0"/>
              <a:t>Mediante el uso de funciones del controlador</a:t>
            </a:r>
          </a:p>
          <a:p>
            <a:pPr lvl="1"/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215" y="3343073"/>
            <a:ext cx="6617745" cy="228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97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Controlador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Contiene las funciones que realizan las consultas a la BBDD</a:t>
            </a:r>
          </a:p>
          <a:p>
            <a:r>
              <a:rPr lang="es-ES" dirty="0" smtClean="0"/>
              <a:t>Contiene las funciones que modifican la BBDD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383" y="4136197"/>
            <a:ext cx="4254992" cy="149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503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Herramientas de desarrollo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008658"/>
          </a:xfrm>
        </p:spPr>
        <p:txBody>
          <a:bodyPr>
            <a:normAutofit/>
          </a:bodyPr>
          <a:lstStyle/>
          <a:p>
            <a:r>
              <a:rPr lang="es-ES" dirty="0" smtClean="0"/>
              <a:t>Para el desarrollo de esta practica se ha utilizado la herramienta “</a:t>
            </a:r>
            <a:r>
              <a:rPr lang="es-ES" dirty="0" err="1" smtClean="0"/>
              <a:t>Docker</a:t>
            </a:r>
            <a:r>
              <a:rPr lang="es-ES" dirty="0" smtClean="0"/>
              <a:t>”</a:t>
            </a:r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pPr marL="0" indent="0">
              <a:buNone/>
            </a:pPr>
            <a:endParaRPr lang="es-ES" dirty="0" smtClean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 smtClean="0"/>
          </a:p>
          <a:p>
            <a:r>
              <a:rPr lang="es-ES" dirty="0" smtClean="0"/>
              <a:t>Con la cual se pueden ejecutar servidores de forma virtual de una forma </a:t>
            </a:r>
            <a:r>
              <a:rPr lang="es-ES" dirty="0" err="1" smtClean="0"/>
              <a:t>comoda</a:t>
            </a:r>
            <a:endParaRPr lang="es-ES" dirty="0"/>
          </a:p>
          <a:p>
            <a:r>
              <a:rPr lang="es-ES" dirty="0" smtClean="0"/>
              <a:t>En este caso para albergar el servidor </a:t>
            </a:r>
            <a:r>
              <a:rPr lang="es-ES" dirty="0" err="1" smtClean="0"/>
              <a:t>NodeJS</a:t>
            </a:r>
            <a:r>
              <a:rPr lang="es-ES" dirty="0" smtClean="0"/>
              <a:t> y la BBDD </a:t>
            </a:r>
            <a:r>
              <a:rPr lang="es-ES" dirty="0" err="1" smtClean="0"/>
              <a:t>MySQL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168" y="1872658"/>
            <a:ext cx="2819400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00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Prueba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>
                <a:hlinkClick r:id="rId2"/>
              </a:rPr>
              <a:t>http://localhost:8080</a:t>
            </a:r>
            <a:r>
              <a:rPr lang="es-ES" dirty="0" smtClean="0"/>
              <a:t>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00017266"/>
      </p:ext>
    </p:extLst>
  </p:cSld>
  <p:clrMapOvr>
    <a:masterClrMapping/>
  </p:clrMapOvr>
</p:sld>
</file>

<file path=ppt/theme/theme1.xml><?xml version="1.0" encoding="utf-8"?>
<a:theme xmlns:a="http://schemas.openxmlformats.org/drawingml/2006/main" name="Marco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TM03457475[[fn=Marco]]</Template>
  <TotalTime>104</TotalTime>
  <Words>143</Words>
  <Application>Microsoft Office PowerPoint</Application>
  <PresentationFormat>Panorámica</PresentationFormat>
  <Paragraphs>34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Corbel</vt:lpstr>
      <vt:lpstr>Wingdings 2</vt:lpstr>
      <vt:lpstr>Marco</vt:lpstr>
      <vt:lpstr>MVC mediante AngularJS</vt:lpstr>
      <vt:lpstr>Introducción</vt:lpstr>
      <vt:lpstr>Modelo</vt:lpstr>
      <vt:lpstr>Vista</vt:lpstr>
      <vt:lpstr>Controlador</vt:lpstr>
      <vt:lpstr>Herramientas de desarrollo</vt:lpstr>
      <vt:lpstr>Prueba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MVC mediante AngularJS</dc:title>
  <dc:creator>Jesus</dc:creator>
  <cp:lastModifiedBy>Jesus</cp:lastModifiedBy>
  <cp:revision>3</cp:revision>
  <dcterms:created xsi:type="dcterms:W3CDTF">2016-05-22T17:12:25Z</dcterms:created>
  <dcterms:modified xsi:type="dcterms:W3CDTF">2016-05-22T18:56:26Z</dcterms:modified>
</cp:coreProperties>
</file>